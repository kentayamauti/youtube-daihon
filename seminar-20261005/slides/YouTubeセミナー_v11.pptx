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96" r:id="rId47"/>
    <p:sldId id="284" r:id="rId30"/>
    <p:sldId id="285" r:id="rId31"/>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7.xml"/><Relationship Id="rId35" Type="http://schemas.openxmlformats.org/officeDocument/2006/relationships/slide" Target="slides/slide38.xml"/><Relationship Id="rId36" Type="http://schemas.openxmlformats.org/officeDocument/2006/relationships/slide" Target="slides/slide39.xml"/><Relationship Id="rId37" Type="http://schemas.openxmlformats.org/officeDocument/2006/relationships/slide" Target="slides/slide40.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要確認：金額】、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10万再生近く。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3本で登録者1,000人以上増・4,000時間達成。4本で合計10万再生</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注意点③：挫折しやすいポイント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