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2.xml"/><Relationship Id="rId31" Type="http://schemas.openxmlformats.org/officeDocument/2006/relationships/slide" Target="slides/slide33.xml"/><Relationship Id="rId32" Type="http://schemas.openxmlformats.org/officeDocument/2006/relationships/slide" Target="slides/slide35.xml"/><Relationship Id="rId33" Type="http://schemas.openxmlformats.org/officeDocument/2006/relationships/slide" Target="slides/slide36.xml"/><Relationship Id="rId34" Type="http://schemas.openxmlformats.org/officeDocument/2006/relationships/slide" Target="slides/slide39.xml"/><Relationship Id="rId35" Type="http://schemas.openxmlformats.org/officeDocument/2006/relationships/slide" Target="slides/slide40.xml"/><Relationship Id="rId36" Type="http://schemas.openxmlformats.org/officeDocument/2006/relationships/slide" Target="slides/slide41.xml"/><Relationship Id="rId37" Type="http://schemas.openxmlformats.org/officeDocument/2006/relationships/slide" Target="slides/slide42.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1.xml"/><Relationship Id="rId48" Type="http://schemas.openxmlformats.org/officeDocument/2006/relationships/slide" Target="slides/slide30.xml"/><Relationship Id="rId4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直感で挙手してもらう。例：文字が小さく情報量が多い vs 大きな文字で一言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