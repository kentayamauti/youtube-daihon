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2.xml"/><Relationship Id="rId31" Type="http://schemas.openxmlformats.org/officeDocument/2006/relationships/slide" Target="slides/slide33.xml"/><Relationship Id="rId32" Type="http://schemas.openxmlformats.org/officeDocument/2006/relationships/slide" Target="slides/slide35.xml"/><Relationship Id="rId33" Type="http://schemas.openxmlformats.org/officeDocument/2006/relationships/slide" Target="slides/slide36.xml"/><Relationship Id="rId34" Type="http://schemas.openxmlformats.org/officeDocument/2006/relationships/slide" Target="slides/slide39.xml"/><Relationship Id="rId35" Type="http://schemas.openxmlformats.org/officeDocument/2006/relationships/slide" Target="slides/slide40.xml"/><Relationship Id="rId36" Type="http://schemas.openxmlformats.org/officeDocument/2006/relationships/slide" Target="slides/slide41.xml"/><Relationship Id="rId37" Type="http://schemas.openxmlformats.org/officeDocument/2006/relationships/slide" Target="slides/slide42.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1.xml"/><Relationship Id="rId48" Type="http://schemas.openxmlformats.org/officeDocument/2006/relationships/slide" Target="slides/slide30.xml"/><Relationship Id="rId4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wawa1840を表示）パッと見て何のチャンネルか分からない（反応を見る）。アートもコンセプトも作り込まれていない。でも最高250万再生超、コンスタントに再生。中身：お酒好きのおじさんが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8" name="Text 5"/>
          <p:cNvSpPr txBox="1"/>
          <p:nvPr/>
        </p:nvSpPr>
        <p:spPr>
          <a:xfrm>
            <a:off x="1005840" y="3108960"/>
            <a:ext cx="5303520" cy="457200"/>
          </a:xfrm>
          <a:prstGeom prst="rect">
            <a:avLst/>
          </a:prstGeom>
          <a:noFill/>
          <a:ln/>
        </p:spPr>
        <p:txBody>
          <a:bodyPr wrap="square" lIns="0" tIns="0" rIns="0" bIns="0" rtlCol="0" anchor="ctr"/>
          <a:lstStyle/>
          <a:p>
            <a:pPr indent="0" marL="0">
              <a:buNone/>
            </a:pPr>
            <a:r>
              <a:rPr lang="en-US" sz="1700" dirty="0">
                <a:solidFill>
                  <a:srgbClr val="666666"/>
                </a:solidFill>
                <a:latin typeface="Meiryo" pitchFamily="34" charset="0"/>
                <a:ea typeface="Meiryo" pitchFamily="34" charset="-122"/>
                <a:cs typeface="Meiryo" pitchFamily="34" charset="-120"/>
              </a:rPr>
              <a:t>（当日、実際の画面を表示）</a:t>
            </a:r>
            <a:endParaRPr lang="en-US" sz="17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概要欄は「視聴者をお客さんに変える入り口」。HPリンク・事業内容・問い合わせ先はしっかり書く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（この場でGoogle検索を実演 → 検索結果に動画が表示されることを見せる）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注意点③：挫折しやすいポイント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