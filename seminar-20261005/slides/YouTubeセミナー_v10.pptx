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84" r:id="rId30"/>
    <p:sldId id="285" r:id="rId31"/>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38.xml"/><Relationship Id="rId37" Type="http://schemas.openxmlformats.org/officeDocument/2006/relationships/slide" Target="slides/slide39.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4.xml"/><Relationship Id="rId46"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要確認：金額】、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月10万円稼ぎたい」という相談→競合分析して道しるべを示した。手順1：俯瞰。陸上ジャンルを片っ端から見る。プロの結果映像は省き、同じ土俵（解説系・個人ch）に絞る。手順2：成功ライン。平均1〜3万再生で成功と判明。手順3：激戦区。vlog系・スパイクレビューが多い。手順4：空いている場所。プロ選手の解説動画がなかった→「これなら勝てる」。この道筋の3本で1,000人以上増。大事なのは道筋を自分のジャンルで立てられること。見つからなければ再生数では勝てない（商品を売る場合は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彼はレッスン・商品販売・指導につなげる予定だった。でも彼も会社員。時間が取れず、全振りを嫌って途中で更新が止まった。惜しい。道筋は合っていて数字も出ていた。それでも続けられなければ止まる。教訓：正しい道筋＋無理なく続けられる体制。この2つが揃って初めて育つ。全振りは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陸上ジャンルの動画を片っ端から見る。同じ土俵（解説系・個人チャンネル）に絞る</a:t>
            </a:r>
            <a:endParaRPr lang="en-US" sz="1800" dirty="0"/>
          </a:p>
        </p:txBody>
      </p:sp>
      <p:sp>
        <p:nvSpPr>
          <p:cNvPr id="9" name="Shape 6"/>
          <p:cNvSpPr/>
          <p:nvPr/>
        </p:nvSpPr>
        <p:spPr>
          <a:xfrm>
            <a:off x="731520" y="2944368"/>
            <a:ext cx="475488" cy="475488"/>
          </a:xfrm>
          <a:prstGeom prst="ellipse">
            <a:avLst/>
          </a:prstGeom>
          <a:solidFill>
            <a:srgbClr val="C40000"/>
          </a:solidFill>
          <a:ln/>
        </p:spPr>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このジャンルは平均1〜3万再生で成功、という相場を掴む</a:t>
            </a:r>
            <a:endParaRPr lang="en-US" sz="1800" dirty="0"/>
          </a:p>
        </p:txBody>
      </p:sp>
      <p:sp>
        <p:nvSpPr>
          <p:cNvPr id="13" name="Shape 10"/>
          <p:cNvSpPr/>
          <p:nvPr/>
        </p:nvSpPr>
        <p:spPr>
          <a:xfrm>
            <a:off x="731520" y="3995928"/>
            <a:ext cx="475488" cy="475488"/>
          </a:xfrm>
          <a:prstGeom prst="ellipse">
            <a:avLst/>
          </a:prstGeom>
          <a:solidFill>
            <a:srgbClr val="C40000"/>
          </a:solidFill>
          <a:ln/>
        </p:spPr>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多かったのは選手のvlog系・スパイクレビュー＝強い人がひしめく場所</a:t>
            </a:r>
            <a:endParaRPr lang="en-US" sz="1800" dirty="0"/>
          </a:p>
        </p:txBody>
      </p:sp>
      <p:sp>
        <p:nvSpPr>
          <p:cNvPr id="17" name="Shape 14"/>
          <p:cNvSpPr/>
          <p:nvPr/>
        </p:nvSpPr>
        <p:spPr>
          <a:xfrm>
            <a:off x="731520" y="5047488"/>
            <a:ext cx="475488" cy="475488"/>
          </a:xfrm>
          <a:prstGeom prst="ellipse">
            <a:avLst/>
          </a:prstGeom>
          <a:solidFill>
            <a:srgbClr val="8A0000"/>
          </a:solidFill>
          <a:ln/>
        </p:spPr>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プロ陸上選手の「解説動画」がなかった →「これなら勝てる」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この道筋に沿った3本で、登録者1,000人以上増。道筋が見つからなければ、再生数では競合に勝てない。</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レッスンや商品販売につなげる予定だったが、彼も会社員。時間が取れず、</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YouTubeに全振りすることを嫌って途中で止まってしまった。……惜しい。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注意点③：挫折しやすいポイント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